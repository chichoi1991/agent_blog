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URORA_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46320"/>
            <a:ext cx="9144000" cy="13716"/>
          </a:xfrm>
          <a:prstGeom prst="rect">
            <a:avLst/>
          </a:prstGeom>
          <a:solidFill>
            <a:srgbClr val="D9E1E8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4873752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6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Aurora Dynamics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737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673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URORA_TITLE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26280"/>
            <a:ext cx="9144000" cy="82296"/>
          </a:xfrm>
          <a:prstGeom prst="rect">
            <a:avLst/>
          </a:prstGeom>
          <a:solidFill>
            <a:srgbClr val="F2A900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737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673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14300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2A9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AURORA DYNAMICS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1508760"/>
            <a:ext cx="80467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 Northstar August QBR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26060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8D6E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Meridian Bank and Aurora Dynamics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39776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A6B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Presented Wed 12 Aug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Agenda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914400" cy="36576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188720"/>
            <a:ext cx="80467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Progress since the last QBR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Value delivered to date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Service performance and operating confidence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Phase 3 roadmap and decision points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Customer asks and next actions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737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673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Executive summary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914400" cy="36576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188720"/>
            <a:ext cx="80467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Northstar is progressing with visible operational momentum and an Amber delivery status.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Nine countries have completed deployment and moved into a steadier operating pattern.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Current progress is 1,870 deployed assets out of the 3,200-asset enterprise scope.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most important delivery dependency is the Italy regulatory approval path.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Aurora Dynamics recommends preserving scope and sequencing carefully rather than compressing quality gates.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737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673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Progress snapshot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914400" cy="36576"/>
          </a:xfrm>
          <a:prstGeom prst="rect">
            <a:avLst/>
          </a:prstGeom>
          <a:solidFill>
            <a:srgbClr val="F2A900"/>
          </a:solidFill>
          <a:ln/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07008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286000"/>
                <a:gridCol w="39319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Metric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Current position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QBR interpretation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Deployment progress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1,870 / 3,200 assets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58% of contracted scope deployed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Country completion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 / 14 countries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Completed countries are in operating handover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Firmware distribution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3.6.0: 1,230; 3.4.2: 640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Upgrade work remains targeted and manageable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Overall RAG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Amber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Risks are known, owned, and time-bound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5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737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673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Value delivered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914400" cy="36576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188720"/>
            <a:ext cx="80467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Completed countries now have a common operating pattern for predictive maintenance alerts.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Operations teams can review alert evidence in a consistent structure across completed locations.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Firmware modernization supports a cleaner support model and fewer country-specific exceptions.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delivery team has reduced ambiguity by using one action register and one risk narrative.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next value narrative will quantify downtime avoidance in EUR for executive review.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737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673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Service performance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914400" cy="36576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188720"/>
            <a:ext cx="80467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Quarter-to-date availability for the Northstar environment is 99.82%.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Completed countries are stable under the current support model.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lost alerts were reported in the QBR review period.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Operations evidence is improving, with remaining work focused on consistency across open countries.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Aurora Dynamics will continue reporting availability, action aging, and firmware distribution in the weekly pack.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737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673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Phase 3 roadmap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914400" cy="36576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188720"/>
            <a:ext cx="80467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Confirm Italy regulatory approval path and decision date.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Select the Phase 3 sequencing approach that protects scope and operating quality.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Complete evidence-pack normalization for remaining country sign-off.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Fold firmware upgrades into local cutover windows.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Prepare steering materials with progress, risk movement, and value evidence.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737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673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Delivery risks and mitigations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914400" cy="36576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188720"/>
            <a:ext cx="80467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Italy approval remains the critical external dependency and has a named escalation owner.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Reporting evidence inconsistency is being addressed through a single acceptance template.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Firmware 3.4.2 exposure is manageable through planned maintenance windows.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validation exceptions are reviewed daily until disposition is stable.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Amber status will be revisited if a decision point passes without an agreed mitigation.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737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673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Customer asks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914400" cy="36576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188720"/>
            <a:ext cx="80467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Confirm Meridian Bank owner for final acceptance evidence review.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Support the Italy regulatory escalation with the requested evidence package.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Validate the preferred format for quantified downtime avoidance in EUR.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Agree whether Phase 3 should proceed under the sequential recommendation if approval remains open.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Keep local operations contacts available for cutover readiness checks.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737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673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Next steps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914400" cy="36576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188720"/>
            <a:ext cx="80467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Aurora Dynamics will send the updated action register after the QBR.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Priya Raman will coordinate the Italy evidence package and sequencing recommendation.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Ava Nakamura will prepare the quantified value narrative for the September governance pack.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Rajiv Menon will confirm operations reporting ownership for remaining countries.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joint team will use the weekly status pack as the single source for progress and risks.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737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673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87ba5c36-b7cf-4793-bbc2-bd5b3a9f95ca}" enabled="1" method="Privilege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Aurora Dynamics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Customer-facing QBR August</dc:subject>
  <dc:creator>Aurora Dynamics</dc:creator>
  <cp:lastModifiedBy>Aurora Dynamics</cp:lastModifiedBy>
  <cp:revision>1</cp:revision>
  <dcterms:created xsi:type="dcterms:W3CDTF">2026-09-05T03:15:12Z</dcterms:created>
  <dcterms:modified xsi:type="dcterms:W3CDTF">2026-09-05T03:15:12Z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